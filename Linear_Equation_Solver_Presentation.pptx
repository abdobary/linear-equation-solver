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EQUATION SOLVER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Report &amp; Presentation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4572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278892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91256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3191256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Foundations of Software Development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93592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3593592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Dose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9592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3995928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Eng. Mostafa Ashraf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98264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4398264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E8F0FA"/>
          </a:solidFill>
          <a:ln w="12700">
            <a:solidFill>
              <a:srgbClr val="D0DE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— Introduction &amp; 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99616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99616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System Features &amp; Capabilities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8229600" cy="475488"/>
          </a:xfrm>
          <a:prstGeom prst="rect">
            <a:avLst/>
          </a:prstGeom>
          <a:solidFill>
            <a:srgbClr val="E8F0FA"/>
          </a:solidFill>
          <a:ln w="12700">
            <a:solidFill>
              <a:srgbClr val="D0D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39112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— System Architecture &amp; Design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78608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Algorithm Deep Dive (Cramer's Rule + Gaussian Elimination)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8229600" cy="475488"/>
          </a:xfrm>
          <a:prstGeom prst="rect">
            <a:avLst/>
          </a:prstGeom>
          <a:solidFill>
            <a:srgbClr val="E8F0FA"/>
          </a:solidFill>
          <a:ln w="12700">
            <a:solidFill>
              <a:srgbClr val="D0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18104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Testing Scenarios &amp; Results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57600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Live Demonstration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197096"/>
            <a:ext cx="8229600" cy="475488"/>
          </a:xfrm>
          <a:prstGeom prst="rect">
            <a:avLst/>
          </a:prstGeom>
          <a:solidFill>
            <a:srgbClr val="E8F0FA"/>
          </a:solidFill>
          <a:ln w="12700">
            <a:solidFill>
              <a:srgbClr val="D0D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97096"/>
            <a:ext cx="7863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Conclusion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22860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Linear Equation Solver?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493776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C++ application for parsing, inspecting, and solving systems of linear equations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parser handles noisy / malformed input (brackets, symbols, wrong signs)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Implements Cramer's Rule with Gaussian elimination (partial pivoting)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command interface: 10 commands for step-by-step manipulation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Reconstructs clean mathematical notation regardless of messy input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310896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00584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Info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1508760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508760"/>
            <a:ext cx="1508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2002536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2002536"/>
            <a:ext cx="1508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C++17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496312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2496312"/>
            <a:ext cx="1508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Cramer's Rule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990088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Complexity: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990088"/>
            <a:ext cx="1508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O(n⁴)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3483864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3483864"/>
            <a:ext cx="1508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Dose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3977640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3977640"/>
            <a:ext cx="15087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Eng. Mostafa Ashraf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22860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&amp; Capabilities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Features &amp; Capabilities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Parsing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3886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Cleans noisy equations, resolves signs, moves terms across '='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6400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26464"/>
            <a:ext cx="3886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Auto-identifies all unique variables in sorted order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6400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Equation Display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3886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Reconstructs clean mathematical notation from parsed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86000"/>
            <a:ext cx="6400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7744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 Ops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798064"/>
            <a:ext cx="3886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subtract, and substitute equations interactively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57600"/>
            <a:ext cx="6400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Matrix Operations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169664"/>
            <a:ext cx="3886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coefficient matrix and computes determinant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657600"/>
            <a:ext cx="6400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74904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Cramer's Rule Solver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169664"/>
            <a:ext cx="3886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unique solutions or reports No Solution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22860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&amp;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914400"/>
            <a:ext cx="6949440" cy="64008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9144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914400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equation strings from stdin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182880" cy="1188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673352"/>
            <a:ext cx="694944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67335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 MODULE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673352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parseEquation() — noise cleaning, tokenizing, sign resolution, variable extraction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313432"/>
            <a:ext cx="182880" cy="1188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432304"/>
            <a:ext cx="6949440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432304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432304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Equation structs with map&lt;string,float&gt; coefficients  +  set&lt;string&gt; variables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3072384"/>
            <a:ext cx="182880" cy="1188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191256"/>
            <a:ext cx="6949440" cy="64008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191256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191256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loop: dispatches add, subtract, substitute, D, D_value, solve commands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3831336"/>
            <a:ext cx="182880" cy="1188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950208"/>
            <a:ext cx="6949440" cy="64008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950208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950208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determinant() via Gaussian Elimination  +  Cramer’s Rule solver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22860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Deep Dive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Algorithm: Cramer's Rule + Gaussian Elimination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Cramer's Rule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coefficient matrix A [n×n] from equations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constant vector B [n]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det(A) via Gaussian elimination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det(A) = 0 → print 'No Solution'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each variable xi: replace column i with B, compute det(Ai)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xi = det(Ai) / det(A)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058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Gaussian Elimination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8404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row with largest |value| in current column (partial pivoting)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rows if needed — multiply running det by -1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Multiply det by pivot a[i][i]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 pivot 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 all rows below using factor × pivot 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Complexity per call: O(n³)  |  Total solve: O(n⁴)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22860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Results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Scenarios &amp; Results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20040" y="960120"/>
          <a:ext cx="8503920" cy="3840480"/>
        </p:xfrm>
        <a:graphic>
          <a:graphicData uri="http://schemas.openxmlformats.org/drawingml/2006/table">
            <a:tbl>
              <a:tblPr/>
              <a:tblGrid>
                <a:gridCol w="640080"/>
                <a:gridCol w="1920240"/>
                <a:gridCol w="1737360"/>
                <a:gridCol w="2743200"/>
                <a:gridCol w="1371600"/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TC01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Normal 3-variable system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solve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x1=val, x2=val, x3=val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✅ PASS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TC02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Noisy equation input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parse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Clean Equation struct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✅ PASS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TC03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Singular matrix (det=0)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solve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No Solution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✅ PASS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TC04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Add two equations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add 1 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Correct sum equation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✅ PASS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TC05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Substitute variable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substitute x1 1 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Variable eliminated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✅ PASS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TC06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Single-variable system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solve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x1=val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✅ PASS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TC07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Float coefficients (3.5x1)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solve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Correct float output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✅ PASS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22860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Noise-tolerant equation parser for real-world input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Gaussian elimination with partial pivoting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Cramer's Rule solver for n-variable systems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fully working interactive commands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test cases — 100% pass rate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documentation and GitHub repository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4572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 Let’s discuss!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 Tarek  |  Intelligent Group  |  Eng. Mostafa Ashraf  |  2025–2026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3849</Words>
  <Application>WPS Presentation</Application>
  <PresentationFormat>On-screen Show (16:9)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Equation Solver</dc:title>
  <dc:creator>PptxGenJS</dc:creator>
  <dc:subject>PptxGenJS Presentation</dc:subject>
  <cp:lastModifiedBy>Admin</cp:lastModifiedBy>
  <cp:revision>5</cp:revision>
  <dcterms:created xsi:type="dcterms:W3CDTF">2026-03-01T18:21:00Z</dcterms:created>
  <dcterms:modified xsi:type="dcterms:W3CDTF">2026-03-01T18:32:47Z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2AE32B30643C41C29CD79620AD089659_12</vt:lpwstr>
  </property>
  <property fmtid="{D5CDD505-2E9C-101B-9397-08002B2CF9AE}" pid="3" name="KSOProductBuildVer">
    <vt:lpwstr>1033-12.2.0.23196</vt:lpwstr>
  </property>
</Properties>
</file>